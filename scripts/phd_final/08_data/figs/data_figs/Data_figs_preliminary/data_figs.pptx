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</p:sldIdLst>
  <p:sldSz cx="30476825" cy="15243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77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63"/>
    <p:restoredTop sz="94715"/>
  </p:normalViewPr>
  <p:slideViewPr>
    <p:cSldViewPr snapToGrid="0">
      <p:cViewPr varScale="1">
        <p:scale>
          <a:sx n="52" d="100"/>
          <a:sy n="52" d="100"/>
        </p:scale>
        <p:origin x="264" y="1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09603" y="2494660"/>
            <a:ext cx="22857619" cy="5306883"/>
          </a:xfrm>
        </p:spPr>
        <p:txBody>
          <a:bodyPr anchor="b"/>
          <a:lstStyle>
            <a:lvl1pPr algn="ctr">
              <a:defRPr sz="133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9603" y="8006196"/>
            <a:ext cx="22857619" cy="3680238"/>
          </a:xfrm>
        </p:spPr>
        <p:txBody>
          <a:bodyPr/>
          <a:lstStyle>
            <a:lvl1pPr marL="0" indent="0" algn="ctr">
              <a:buNone/>
              <a:defRPr sz="5334"/>
            </a:lvl1pPr>
            <a:lvl2pPr marL="1016218" indent="0" algn="ctr">
              <a:buNone/>
              <a:defRPr sz="4445"/>
            </a:lvl2pPr>
            <a:lvl3pPr marL="2032437" indent="0" algn="ctr">
              <a:buNone/>
              <a:defRPr sz="4001"/>
            </a:lvl3pPr>
            <a:lvl4pPr marL="3048655" indent="0" algn="ctr">
              <a:buNone/>
              <a:defRPr sz="3556"/>
            </a:lvl4pPr>
            <a:lvl5pPr marL="4064874" indent="0" algn="ctr">
              <a:buNone/>
              <a:defRPr sz="3556"/>
            </a:lvl5pPr>
            <a:lvl6pPr marL="5081092" indent="0" algn="ctr">
              <a:buNone/>
              <a:defRPr sz="3556"/>
            </a:lvl6pPr>
            <a:lvl7pPr marL="6097311" indent="0" algn="ctr">
              <a:buNone/>
              <a:defRPr sz="3556"/>
            </a:lvl7pPr>
            <a:lvl8pPr marL="7113529" indent="0" algn="ctr">
              <a:buNone/>
              <a:defRPr sz="3556"/>
            </a:lvl8pPr>
            <a:lvl9pPr marL="8129748" indent="0" algn="ctr">
              <a:buNone/>
              <a:defRPr sz="35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67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9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9408" y="3800211"/>
            <a:ext cx="26286262" cy="6340736"/>
          </a:xfrm>
        </p:spPr>
        <p:txBody>
          <a:bodyPr anchor="b"/>
          <a:lstStyle>
            <a:lvl1pPr>
              <a:defRPr sz="133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79408" y="10200933"/>
            <a:ext cx="26286262" cy="3334443"/>
          </a:xfrm>
        </p:spPr>
        <p:txBody>
          <a:bodyPr/>
          <a:lstStyle>
            <a:lvl1pPr marL="0" indent="0">
              <a:buNone/>
              <a:defRPr sz="5334">
                <a:solidFill>
                  <a:schemeClr val="tx1">
                    <a:tint val="82000"/>
                  </a:schemeClr>
                </a:solidFill>
              </a:defRPr>
            </a:lvl1pPr>
            <a:lvl2pPr marL="1016218" indent="0">
              <a:buNone/>
              <a:defRPr sz="4445">
                <a:solidFill>
                  <a:schemeClr val="tx1">
                    <a:tint val="82000"/>
                  </a:schemeClr>
                </a:solidFill>
              </a:defRPr>
            </a:lvl2pPr>
            <a:lvl3pPr marL="2032437" indent="0">
              <a:buNone/>
              <a:defRPr sz="4001">
                <a:solidFill>
                  <a:schemeClr val="tx1">
                    <a:tint val="82000"/>
                  </a:schemeClr>
                </a:solidFill>
              </a:defRPr>
            </a:lvl3pPr>
            <a:lvl4pPr marL="3048655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4pPr>
            <a:lvl5pPr marL="4064874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5pPr>
            <a:lvl6pPr marL="5081092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6pPr>
            <a:lvl7pPr marL="6097311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7pPr>
            <a:lvl8pPr marL="7113529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8pPr>
            <a:lvl9pPr marL="8129748" indent="0">
              <a:buNone/>
              <a:defRPr sz="35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0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95282" y="4057789"/>
            <a:ext cx="12952651" cy="96716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28892" y="4057789"/>
            <a:ext cx="12952651" cy="96716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0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251" y="811559"/>
            <a:ext cx="26286262" cy="29463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9253" y="3736696"/>
            <a:ext cx="12893124" cy="1831297"/>
          </a:xfrm>
        </p:spPr>
        <p:txBody>
          <a:bodyPr anchor="b"/>
          <a:lstStyle>
            <a:lvl1pPr marL="0" indent="0">
              <a:buNone/>
              <a:defRPr sz="5334" b="1"/>
            </a:lvl1pPr>
            <a:lvl2pPr marL="1016218" indent="0">
              <a:buNone/>
              <a:defRPr sz="4445" b="1"/>
            </a:lvl2pPr>
            <a:lvl3pPr marL="2032437" indent="0">
              <a:buNone/>
              <a:defRPr sz="4001" b="1"/>
            </a:lvl3pPr>
            <a:lvl4pPr marL="3048655" indent="0">
              <a:buNone/>
              <a:defRPr sz="3556" b="1"/>
            </a:lvl4pPr>
            <a:lvl5pPr marL="4064874" indent="0">
              <a:buNone/>
              <a:defRPr sz="3556" b="1"/>
            </a:lvl5pPr>
            <a:lvl6pPr marL="5081092" indent="0">
              <a:buNone/>
              <a:defRPr sz="3556" b="1"/>
            </a:lvl6pPr>
            <a:lvl7pPr marL="6097311" indent="0">
              <a:buNone/>
              <a:defRPr sz="3556" b="1"/>
            </a:lvl7pPr>
            <a:lvl8pPr marL="7113529" indent="0">
              <a:buNone/>
              <a:defRPr sz="3556" b="1"/>
            </a:lvl8pPr>
            <a:lvl9pPr marL="8129748" indent="0">
              <a:buNone/>
              <a:defRPr sz="35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9253" y="5567993"/>
            <a:ext cx="12893124" cy="8189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428893" y="3736696"/>
            <a:ext cx="12956620" cy="1831297"/>
          </a:xfrm>
        </p:spPr>
        <p:txBody>
          <a:bodyPr anchor="b"/>
          <a:lstStyle>
            <a:lvl1pPr marL="0" indent="0">
              <a:buNone/>
              <a:defRPr sz="5334" b="1"/>
            </a:lvl1pPr>
            <a:lvl2pPr marL="1016218" indent="0">
              <a:buNone/>
              <a:defRPr sz="4445" b="1"/>
            </a:lvl2pPr>
            <a:lvl3pPr marL="2032437" indent="0">
              <a:buNone/>
              <a:defRPr sz="4001" b="1"/>
            </a:lvl3pPr>
            <a:lvl4pPr marL="3048655" indent="0">
              <a:buNone/>
              <a:defRPr sz="3556" b="1"/>
            </a:lvl4pPr>
            <a:lvl5pPr marL="4064874" indent="0">
              <a:buNone/>
              <a:defRPr sz="3556" b="1"/>
            </a:lvl5pPr>
            <a:lvl6pPr marL="5081092" indent="0">
              <a:buNone/>
              <a:defRPr sz="3556" b="1"/>
            </a:lvl6pPr>
            <a:lvl7pPr marL="6097311" indent="0">
              <a:buNone/>
              <a:defRPr sz="3556" b="1"/>
            </a:lvl7pPr>
            <a:lvl8pPr marL="7113529" indent="0">
              <a:buNone/>
              <a:defRPr sz="3556" b="1"/>
            </a:lvl8pPr>
            <a:lvl9pPr marL="8129748" indent="0">
              <a:buNone/>
              <a:defRPr sz="35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28893" y="5567993"/>
            <a:ext cx="12956620" cy="8189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52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3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8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253" y="1016212"/>
            <a:ext cx="9829568" cy="3556741"/>
          </a:xfrm>
        </p:spPr>
        <p:txBody>
          <a:bodyPr anchor="b"/>
          <a:lstStyle>
            <a:lvl1pPr>
              <a:defRPr sz="71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6620" y="2194736"/>
            <a:ext cx="15428893" cy="10832534"/>
          </a:xfrm>
        </p:spPr>
        <p:txBody>
          <a:bodyPr/>
          <a:lstStyle>
            <a:lvl1pPr>
              <a:defRPr sz="7113"/>
            </a:lvl1pPr>
            <a:lvl2pPr>
              <a:defRPr sz="6224"/>
            </a:lvl2pPr>
            <a:lvl3pPr>
              <a:defRPr sz="5334"/>
            </a:lvl3pPr>
            <a:lvl4pPr>
              <a:defRPr sz="4445"/>
            </a:lvl4pPr>
            <a:lvl5pPr>
              <a:defRPr sz="4445"/>
            </a:lvl5pPr>
            <a:lvl6pPr>
              <a:defRPr sz="4445"/>
            </a:lvl6pPr>
            <a:lvl7pPr>
              <a:defRPr sz="4445"/>
            </a:lvl7pPr>
            <a:lvl8pPr>
              <a:defRPr sz="4445"/>
            </a:lvl8pPr>
            <a:lvl9pPr>
              <a:defRPr sz="444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9253" y="4572953"/>
            <a:ext cx="9829568" cy="8471960"/>
          </a:xfrm>
        </p:spPr>
        <p:txBody>
          <a:bodyPr/>
          <a:lstStyle>
            <a:lvl1pPr marL="0" indent="0">
              <a:buNone/>
              <a:defRPr sz="3556"/>
            </a:lvl1pPr>
            <a:lvl2pPr marL="1016218" indent="0">
              <a:buNone/>
              <a:defRPr sz="3112"/>
            </a:lvl2pPr>
            <a:lvl3pPr marL="2032437" indent="0">
              <a:buNone/>
              <a:defRPr sz="2667"/>
            </a:lvl3pPr>
            <a:lvl4pPr marL="3048655" indent="0">
              <a:buNone/>
              <a:defRPr sz="2223"/>
            </a:lvl4pPr>
            <a:lvl5pPr marL="4064874" indent="0">
              <a:buNone/>
              <a:defRPr sz="2223"/>
            </a:lvl5pPr>
            <a:lvl6pPr marL="5081092" indent="0">
              <a:buNone/>
              <a:defRPr sz="2223"/>
            </a:lvl6pPr>
            <a:lvl7pPr marL="6097311" indent="0">
              <a:buNone/>
              <a:defRPr sz="2223"/>
            </a:lvl7pPr>
            <a:lvl8pPr marL="7113529" indent="0">
              <a:buNone/>
              <a:defRPr sz="2223"/>
            </a:lvl8pPr>
            <a:lvl9pPr marL="8129748" indent="0">
              <a:buNone/>
              <a:defRPr sz="22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885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9253" y="1016212"/>
            <a:ext cx="9829568" cy="3556741"/>
          </a:xfrm>
        </p:spPr>
        <p:txBody>
          <a:bodyPr anchor="b"/>
          <a:lstStyle>
            <a:lvl1pPr>
              <a:defRPr sz="711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956620" y="2194736"/>
            <a:ext cx="15428893" cy="10832534"/>
          </a:xfrm>
        </p:spPr>
        <p:txBody>
          <a:bodyPr anchor="t"/>
          <a:lstStyle>
            <a:lvl1pPr marL="0" indent="0">
              <a:buNone/>
              <a:defRPr sz="7113"/>
            </a:lvl1pPr>
            <a:lvl2pPr marL="1016218" indent="0">
              <a:buNone/>
              <a:defRPr sz="6224"/>
            </a:lvl2pPr>
            <a:lvl3pPr marL="2032437" indent="0">
              <a:buNone/>
              <a:defRPr sz="5334"/>
            </a:lvl3pPr>
            <a:lvl4pPr marL="3048655" indent="0">
              <a:buNone/>
              <a:defRPr sz="4445"/>
            </a:lvl4pPr>
            <a:lvl5pPr marL="4064874" indent="0">
              <a:buNone/>
              <a:defRPr sz="4445"/>
            </a:lvl5pPr>
            <a:lvl6pPr marL="5081092" indent="0">
              <a:buNone/>
              <a:defRPr sz="4445"/>
            </a:lvl6pPr>
            <a:lvl7pPr marL="6097311" indent="0">
              <a:buNone/>
              <a:defRPr sz="4445"/>
            </a:lvl7pPr>
            <a:lvl8pPr marL="7113529" indent="0">
              <a:buNone/>
              <a:defRPr sz="4445"/>
            </a:lvl8pPr>
            <a:lvl9pPr marL="8129748" indent="0">
              <a:buNone/>
              <a:defRPr sz="444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9253" y="4572953"/>
            <a:ext cx="9829568" cy="8471960"/>
          </a:xfrm>
        </p:spPr>
        <p:txBody>
          <a:bodyPr/>
          <a:lstStyle>
            <a:lvl1pPr marL="0" indent="0">
              <a:buNone/>
              <a:defRPr sz="3556"/>
            </a:lvl1pPr>
            <a:lvl2pPr marL="1016218" indent="0">
              <a:buNone/>
              <a:defRPr sz="3112"/>
            </a:lvl2pPr>
            <a:lvl3pPr marL="2032437" indent="0">
              <a:buNone/>
              <a:defRPr sz="2667"/>
            </a:lvl3pPr>
            <a:lvl4pPr marL="3048655" indent="0">
              <a:buNone/>
              <a:defRPr sz="2223"/>
            </a:lvl4pPr>
            <a:lvl5pPr marL="4064874" indent="0">
              <a:buNone/>
              <a:defRPr sz="2223"/>
            </a:lvl5pPr>
            <a:lvl6pPr marL="5081092" indent="0">
              <a:buNone/>
              <a:defRPr sz="2223"/>
            </a:lvl6pPr>
            <a:lvl7pPr marL="6097311" indent="0">
              <a:buNone/>
              <a:defRPr sz="2223"/>
            </a:lvl7pPr>
            <a:lvl8pPr marL="7113529" indent="0">
              <a:buNone/>
              <a:defRPr sz="2223"/>
            </a:lvl8pPr>
            <a:lvl9pPr marL="8129748" indent="0">
              <a:buNone/>
              <a:defRPr sz="222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34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60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809978" y="811558"/>
            <a:ext cx="6571565" cy="1291788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95282" y="811558"/>
            <a:ext cx="19333736" cy="1291788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30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95282" y="811559"/>
            <a:ext cx="26286262" cy="29463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5282" y="4057789"/>
            <a:ext cx="26286262" cy="967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95282" y="14128166"/>
            <a:ext cx="6857286" cy="8115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B2BEB-40F2-354C-A8DB-62B53C266708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95449" y="14128166"/>
            <a:ext cx="10285928" cy="8115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524257" y="14128166"/>
            <a:ext cx="6857286" cy="8115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1EBDCF-E9D0-E74C-BAD6-CD109770AF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70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032437" rtl="0" eaLnBrk="1" latinLnBrk="0" hangingPunct="1">
        <a:lnSpc>
          <a:spcPct val="90000"/>
        </a:lnSpc>
        <a:spcBef>
          <a:spcPct val="0"/>
        </a:spcBef>
        <a:buNone/>
        <a:defRPr sz="97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8109" indent="-508109" algn="l" defTabSz="2032437" rtl="0" eaLnBrk="1" latinLnBrk="0" hangingPunct="1">
        <a:lnSpc>
          <a:spcPct val="90000"/>
        </a:lnSpc>
        <a:spcBef>
          <a:spcPts val="2223"/>
        </a:spcBef>
        <a:buFont typeface="Arial" panose="020B0604020202020204" pitchFamily="34" charset="0"/>
        <a:buChar char="•"/>
        <a:defRPr sz="6224" kern="1200">
          <a:solidFill>
            <a:schemeClr val="tx1"/>
          </a:solidFill>
          <a:latin typeface="+mn-lt"/>
          <a:ea typeface="+mn-ea"/>
          <a:cs typeface="+mn-cs"/>
        </a:defRPr>
      </a:lvl1pPr>
      <a:lvl2pPr marL="1524328" indent="-508109" algn="l" defTabSz="203243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5334" kern="1200">
          <a:solidFill>
            <a:schemeClr val="tx1"/>
          </a:solidFill>
          <a:latin typeface="+mn-lt"/>
          <a:ea typeface="+mn-ea"/>
          <a:cs typeface="+mn-cs"/>
        </a:defRPr>
      </a:lvl2pPr>
      <a:lvl3pPr marL="2540546" indent="-508109" algn="l" defTabSz="203243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4445" kern="1200">
          <a:solidFill>
            <a:schemeClr val="tx1"/>
          </a:solidFill>
          <a:latin typeface="+mn-lt"/>
          <a:ea typeface="+mn-ea"/>
          <a:cs typeface="+mn-cs"/>
        </a:defRPr>
      </a:lvl3pPr>
      <a:lvl4pPr marL="3556765" indent="-508109" algn="l" defTabSz="203243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4pPr>
      <a:lvl5pPr marL="4572983" indent="-508109" algn="l" defTabSz="203243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5pPr>
      <a:lvl6pPr marL="5589201" indent="-508109" algn="l" defTabSz="203243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6pPr>
      <a:lvl7pPr marL="6605420" indent="-508109" algn="l" defTabSz="203243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7pPr>
      <a:lvl8pPr marL="7621638" indent="-508109" algn="l" defTabSz="203243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8pPr>
      <a:lvl9pPr marL="8637857" indent="-508109" algn="l" defTabSz="2032437" rtl="0" eaLnBrk="1" latinLnBrk="0" hangingPunct="1">
        <a:lnSpc>
          <a:spcPct val="90000"/>
        </a:lnSpc>
        <a:spcBef>
          <a:spcPts val="1111"/>
        </a:spcBef>
        <a:buFont typeface="Arial" panose="020B0604020202020204" pitchFamily="34" charset="0"/>
        <a:buChar char="•"/>
        <a:defRPr sz="40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1pPr>
      <a:lvl2pPr marL="1016218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2pPr>
      <a:lvl3pPr marL="2032437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3pPr>
      <a:lvl4pPr marL="3048655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4pPr>
      <a:lvl5pPr marL="4064874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5pPr>
      <a:lvl6pPr marL="5081092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6pPr>
      <a:lvl7pPr marL="6097311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7pPr>
      <a:lvl8pPr marL="7113529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8pPr>
      <a:lvl9pPr marL="8129748" algn="l" defTabSz="2032437" rtl="0" eaLnBrk="1" latinLnBrk="0" hangingPunct="1">
        <a:defRPr sz="40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750D8733-155E-AD71-3D6D-E30C6F6A4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147" y="-9732"/>
            <a:ext cx="26147842" cy="15252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0E4430-FAED-8205-D3DE-5609DD4B4BA8}"/>
              </a:ext>
            </a:extLst>
          </p:cNvPr>
          <p:cNvSpPr txBox="1"/>
          <p:nvPr/>
        </p:nvSpPr>
        <p:spPr>
          <a:xfrm rot="1508250">
            <a:off x="4100968" y="4727163"/>
            <a:ext cx="23527669" cy="46074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670" dirty="0" err="1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SuperNEMO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 preliminary</a:t>
            </a:r>
          </a:p>
          <a:p>
            <a:pPr algn="ctr"/>
            <a:r>
              <a:rPr lang="en-US" sz="14670" dirty="0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Thesis work</a:t>
            </a:r>
          </a:p>
        </p:txBody>
      </p:sp>
    </p:spTree>
    <p:extLst>
      <p:ext uri="{BB962C8B-B14F-4D97-AF65-F5344CB8AC3E}">
        <p14:creationId xmlns:p14="http://schemas.microsoft.com/office/powerpoint/2010/main" val="3371894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3E3F3-BFB4-DB85-9008-BA09AE1C4F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4316" y="77787"/>
            <a:ext cx="28968192" cy="1508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794F15-52D0-15E4-4856-86B12806567F}"/>
              </a:ext>
            </a:extLst>
          </p:cNvPr>
          <p:cNvSpPr txBox="1"/>
          <p:nvPr/>
        </p:nvSpPr>
        <p:spPr>
          <a:xfrm rot="1508250">
            <a:off x="807092" y="4615739"/>
            <a:ext cx="29223565" cy="46074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670" dirty="0" err="1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SuperNEMO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 preliminary</a:t>
            </a:r>
          </a:p>
          <a:p>
            <a:pPr algn="ctr"/>
            <a:r>
              <a:rPr lang="en-US" sz="14670" dirty="0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Thesis work</a:t>
            </a:r>
          </a:p>
        </p:txBody>
      </p:sp>
    </p:spTree>
    <p:extLst>
      <p:ext uri="{BB962C8B-B14F-4D97-AF65-F5344CB8AC3E}">
        <p14:creationId xmlns:p14="http://schemas.microsoft.com/office/powerpoint/2010/main" val="3228733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5F829-B3C1-0296-5AF8-68BB4F880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252458-AC4E-066C-3493-8151958EE8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4316" y="77787"/>
            <a:ext cx="28968191" cy="15087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DC0D80-3CE6-94DA-08CC-E78CAB5FB578}"/>
              </a:ext>
            </a:extLst>
          </p:cNvPr>
          <p:cNvSpPr txBox="1"/>
          <p:nvPr/>
        </p:nvSpPr>
        <p:spPr>
          <a:xfrm rot="1508250">
            <a:off x="807092" y="4615739"/>
            <a:ext cx="29223565" cy="46074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670" dirty="0" err="1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SuperNEMO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 preliminary</a:t>
            </a:r>
          </a:p>
          <a:p>
            <a:pPr algn="ctr"/>
            <a:r>
              <a:rPr lang="en-US" sz="14670" dirty="0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Thesis work</a:t>
            </a:r>
          </a:p>
        </p:txBody>
      </p:sp>
    </p:spTree>
    <p:extLst>
      <p:ext uri="{BB962C8B-B14F-4D97-AF65-F5344CB8AC3E}">
        <p14:creationId xmlns:p14="http://schemas.microsoft.com/office/powerpoint/2010/main" val="1711964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2441D-F01E-82DA-1333-5394C3249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E41263-B4A4-3152-E902-58AC69B197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4317" y="77787"/>
            <a:ext cx="28968191" cy="15087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3B9C2F-FBEA-DA49-AC9D-C737F74152C2}"/>
              </a:ext>
            </a:extLst>
          </p:cNvPr>
          <p:cNvSpPr txBox="1"/>
          <p:nvPr/>
        </p:nvSpPr>
        <p:spPr>
          <a:xfrm rot="1508250">
            <a:off x="4100968" y="4727163"/>
            <a:ext cx="23527669" cy="46074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670" dirty="0" err="1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SuperNEMO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 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preliminary</a:t>
            </a:r>
          </a:p>
          <a:p>
            <a:pPr algn="ctr"/>
            <a:r>
              <a:rPr lang="en-US" sz="14670" dirty="0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Thesis work</a:t>
            </a:r>
          </a:p>
        </p:txBody>
      </p:sp>
    </p:spTree>
    <p:extLst>
      <p:ext uri="{BB962C8B-B14F-4D97-AF65-F5344CB8AC3E}">
        <p14:creationId xmlns:p14="http://schemas.microsoft.com/office/powerpoint/2010/main" val="1720621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D1C4A-F47B-0274-DC5E-C7AD5A107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CEEA71-F221-D3E5-92AF-338A2D6BE6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4316" y="77787"/>
            <a:ext cx="28968193" cy="1508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E4275C-82B7-1016-132F-321350AE16C6}"/>
              </a:ext>
            </a:extLst>
          </p:cNvPr>
          <p:cNvSpPr txBox="1"/>
          <p:nvPr/>
        </p:nvSpPr>
        <p:spPr>
          <a:xfrm rot="1508250">
            <a:off x="4100968" y="4727163"/>
            <a:ext cx="23527669" cy="46074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670" dirty="0" err="1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SuperNEMO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 preliminary</a:t>
            </a:r>
          </a:p>
          <a:p>
            <a:pPr algn="ctr"/>
            <a:r>
              <a:rPr lang="en-US" sz="14670" dirty="0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Thesis work</a:t>
            </a:r>
          </a:p>
        </p:txBody>
      </p:sp>
    </p:spTree>
    <p:extLst>
      <p:ext uri="{BB962C8B-B14F-4D97-AF65-F5344CB8AC3E}">
        <p14:creationId xmlns:p14="http://schemas.microsoft.com/office/powerpoint/2010/main" val="3696604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6565-BD9A-9547-54E3-0BB7693D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959F2D-1708-6D51-3D5F-7139C18B81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4316" y="77787"/>
            <a:ext cx="28968193" cy="1508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2CE458-9FF7-49B9-F90C-90DB0059E61E}"/>
              </a:ext>
            </a:extLst>
          </p:cNvPr>
          <p:cNvSpPr txBox="1"/>
          <p:nvPr/>
        </p:nvSpPr>
        <p:spPr>
          <a:xfrm rot="1508250">
            <a:off x="4100968" y="4727163"/>
            <a:ext cx="23527669" cy="46074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670" dirty="0" err="1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SuperNEMO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 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preliminary</a:t>
            </a:r>
          </a:p>
          <a:p>
            <a:pPr algn="ctr"/>
            <a:r>
              <a:rPr lang="en-US" sz="14670" dirty="0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Thesis work</a:t>
            </a:r>
          </a:p>
        </p:txBody>
      </p:sp>
    </p:spTree>
    <p:extLst>
      <p:ext uri="{BB962C8B-B14F-4D97-AF65-F5344CB8AC3E}">
        <p14:creationId xmlns:p14="http://schemas.microsoft.com/office/powerpoint/2010/main" val="3074099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E97B0-D889-1D1E-5802-7B48BDCAF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A5D62-0816-B0E3-F5F5-ACC061E19D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4316" y="77787"/>
            <a:ext cx="28968193" cy="1508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807BE-4260-8835-6E11-70F084DCA731}"/>
              </a:ext>
            </a:extLst>
          </p:cNvPr>
          <p:cNvSpPr txBox="1"/>
          <p:nvPr/>
        </p:nvSpPr>
        <p:spPr>
          <a:xfrm rot="1508250">
            <a:off x="4100968" y="4727163"/>
            <a:ext cx="23527669" cy="460741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670" dirty="0" err="1">
                <a:solidFill>
                  <a:schemeClr val="tx1">
                    <a:lumMod val="65000"/>
                    <a:lumOff val="35000"/>
                    <a:alpha val="10000"/>
                  </a:schemeClr>
                </a:solidFill>
              </a:rPr>
              <a:t>SuperNEMO</a:t>
            </a:r>
            <a:r>
              <a:rPr lang="en-US" sz="14670" dirty="0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 preliminary</a:t>
            </a:r>
          </a:p>
          <a:p>
            <a:pPr algn="ctr"/>
            <a:r>
              <a:rPr lang="en-US" sz="14670" dirty="0">
                <a:solidFill>
                  <a:schemeClr val="tx1">
                    <a:lumMod val="65000"/>
                    <a:lumOff val="35000"/>
                    <a:alpha val="15000"/>
                  </a:schemeClr>
                </a:solidFill>
              </a:rPr>
              <a:t>Thesis work</a:t>
            </a:r>
          </a:p>
        </p:txBody>
      </p:sp>
    </p:spTree>
    <p:extLst>
      <p:ext uri="{BB962C8B-B14F-4D97-AF65-F5344CB8AC3E}">
        <p14:creationId xmlns:p14="http://schemas.microsoft.com/office/powerpoint/2010/main" val="3726291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2808</TotalTime>
  <Words>28</Words>
  <Application>Microsoft Macintosh PowerPoint</Application>
  <PresentationFormat>Custom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Petro, Maroš</dc:creator>
  <cp:lastModifiedBy>Petro, Maroš</cp:lastModifiedBy>
  <cp:revision>6</cp:revision>
  <dcterms:created xsi:type="dcterms:W3CDTF">2026-03-19T12:48:34Z</dcterms:created>
  <dcterms:modified xsi:type="dcterms:W3CDTF">2026-04-07T11:03:24Z</dcterms:modified>
</cp:coreProperties>
</file>