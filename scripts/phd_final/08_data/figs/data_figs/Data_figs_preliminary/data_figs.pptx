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B77A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1047"/>
    <p:restoredTop sz="94694"/>
  </p:normalViewPr>
  <p:slideViewPr>
    <p:cSldViewPr snapToGrid="0">
      <p:cViewPr varScale="1">
        <p:scale>
          <a:sx n="90" d="100"/>
          <a:sy n="90" d="100"/>
        </p:scale>
        <p:origin x="224" y="8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8A318-5A4C-CDB4-4897-B46F634E460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0B66E4-B006-F23B-DC20-4AC664038E1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29BE3F-B420-851E-3335-5DA7813ACF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B2BEB-40F2-354C-A8DB-62B53C266708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DEA6A3-95E6-BEAE-883A-9618C89C8F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AA54A8-3F93-898A-623E-C8952E837A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1EBDCF-E9D0-E74C-BAD6-CD109770AF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83671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691281-C794-3516-4C80-5E53B1E27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C2E31F-82A9-0CD7-D030-87B4A3CF78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ABFDB1-E0A6-0B8A-CA0B-EB04579452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B2BEB-40F2-354C-A8DB-62B53C266708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6A2A64-4764-9665-10C3-6716817525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DBB9BF-6BEE-F25C-3977-BCB2F38F4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1EBDCF-E9D0-E74C-BAD6-CD109770AF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85060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65264-653B-5F61-A420-3EBAFA983B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8912C0-657D-6CDE-7DD1-E323A2F2BF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0E6BB2-967D-6D0F-5D6B-3CF5AAF98A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B2BEB-40F2-354C-A8DB-62B53C266708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5DE104-01BD-E6B9-6CAB-D496934D37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05AB4A-8AAE-199F-F4DB-EE720911B0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1EBDCF-E9D0-E74C-BAD6-CD109770AF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3299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0DB0D5-9385-4492-8422-BA20D3B562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61B9B-7E83-57C8-BB21-D66A8A6805A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9327423-D204-C24D-FEE6-56C8F55DD29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F25CDD1-C4A5-837D-FF91-98B63B302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B2BEB-40F2-354C-A8DB-62B53C266708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394941-B4B2-DCE7-1ACC-DA395A29F6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F2C4C7-AE76-61F2-241A-7F74FE18F37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1EBDCF-E9D0-E74C-BAD6-CD109770AF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015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C60A06-E9D2-11F1-B622-57CEBED594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ABBDCD-330A-7898-93F5-DCE10112467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2F2D34E-0C58-F0E9-3017-09BE0B2410B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191E08C-4B2C-62B2-62AD-851ADC2FC8E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4ECA82E-8209-CC70-2A9F-80A354A6739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4BC81CA-D2AD-AED1-7EF9-7DCC0931A4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B2BEB-40F2-354C-A8DB-62B53C266708}" type="datetimeFigureOut">
              <a:rPr lang="en-US" smtClean="0"/>
              <a:t>3/19/26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70EDAAC-9597-2D73-591A-B312C91D52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E707F05-03F3-8BC9-337D-200282E6DD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1EBDCF-E9D0-E74C-BAD6-CD109770AF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0382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3A8306-6F0F-CACA-E5B6-57D9C9CAD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73F9D11-070E-1A11-2F68-7A89D86B3C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B2BEB-40F2-354C-A8DB-62B53C266708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1D543D1-CFAB-BCAB-9077-894BF195BE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8E8112-06E6-B317-492D-065A4A389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1EBDCF-E9D0-E74C-BAD6-CD109770AF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12595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9878695-5473-2144-A1AB-FC1792758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B2BEB-40F2-354C-A8DB-62B53C266708}" type="datetimeFigureOut">
              <a:rPr lang="en-US" smtClean="0"/>
              <a:t>3/19/26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DB7D109-1162-B84D-975E-3019C6A42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EB6319-FA21-BA53-EE9D-B1539F8172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1EBDCF-E9D0-E74C-BAD6-CD109770AF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639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FD7C67-E9DA-FECC-8EEB-F2A6E0829E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0BFFF9-44FD-2CB8-8959-6E7CE0C6CB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D15483F-D2E6-68F3-523D-007C0101131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F41FEAC-29F0-B6CB-710E-64CE2528D4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B2BEB-40F2-354C-A8DB-62B53C266708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2FD848-F290-637A-50A6-DDD05EBA3A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E2206AD-895C-D1C2-07E4-78B2E6F67A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1EBDCF-E9D0-E74C-BAD6-CD109770AF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0001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869A4D-BF85-643F-FD3B-A5D8A32DF1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4DA6F92-29B5-8AC0-2DC1-88C17B50FCB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78AF8F3-DE96-7A35-658C-E047EC12D7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326248C-210F-A0BF-BE94-1FCB4C7C20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B2BEB-40F2-354C-A8DB-62B53C266708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7C9094-650C-66E3-1AB1-823E9D9488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DF1616-AB76-F56F-36C8-AEE1D0A62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1EBDCF-E9D0-E74C-BAD6-CD109770AF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5770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22EEE3-2FB0-A5CC-5A47-A3AF881667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7505C66-0F41-BEEB-08C8-D6EDD571E8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B0084F-9EDC-5BDE-9AD7-F53630FD1A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B2BEB-40F2-354C-A8DB-62B53C266708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93177F-8C1B-F30A-8397-D789BBB8CE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DDECA10-9970-5111-D080-239882075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1EBDCF-E9D0-E74C-BAD6-CD109770AF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59263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6EA33CF-06B0-2540-4954-CC60BC3804E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FC155CE-6C26-C057-65AC-116547800CD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453BE9-01B2-5787-500F-0438FE5301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EB2BEB-40F2-354C-A8DB-62B53C266708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7B51BF-D457-BEFC-A77A-3B730C3FA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C6063F1-FF22-7989-C666-8A8F34416D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91EBDCF-E9D0-E74C-BAD6-CD109770AF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4869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C938387-7195-7008-779B-4C1FB5EC19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B24289-5B6F-9E73-0636-FE72E659F9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DF6A95C-6A52-85A3-E987-6E5CB3BDA4C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2EB2BEB-40F2-354C-A8DB-62B53C266708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7A06E9-41DF-779F-70E9-6AC7C55209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3F835F-8C2D-0404-D61E-3AD201339A0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1EBDCF-E9D0-E74C-BAD6-CD109770AF6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25800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graph of a diagram&#10;&#10;AI-generated content may be incorrect.">
            <a:extLst>
              <a:ext uri="{FF2B5EF4-FFF2-40B4-BE49-F238E27FC236}">
                <a16:creationId xmlns:a16="http://schemas.microsoft.com/office/drawing/2014/main" id="{750D8733-155E-AD71-3D6D-E30C6F6A489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0207" y="-4379"/>
            <a:ext cx="11764078" cy="6862379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FE0E4430-FAED-8205-D3DE-5609DD4B4BA8}"/>
              </a:ext>
            </a:extLst>
          </p:cNvPr>
          <p:cNvSpPr txBox="1"/>
          <p:nvPr/>
        </p:nvSpPr>
        <p:spPr>
          <a:xfrm rot="1508250">
            <a:off x="1085194" y="2101404"/>
            <a:ext cx="10585246" cy="212365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6600" dirty="0" err="1">
                <a:solidFill>
                  <a:schemeClr val="tx1">
                    <a:lumMod val="65000"/>
                    <a:lumOff val="35000"/>
                    <a:alpha val="15000"/>
                  </a:schemeClr>
                </a:solidFill>
              </a:rPr>
              <a:t>SuperNEMO</a:t>
            </a:r>
            <a:r>
              <a:rPr lang="en-US" sz="6600" dirty="0">
                <a:solidFill>
                  <a:schemeClr val="tx1">
                    <a:lumMod val="65000"/>
                    <a:lumOff val="35000"/>
                    <a:alpha val="15000"/>
                  </a:schemeClr>
                </a:solidFill>
              </a:rPr>
              <a:t> preliminary</a:t>
            </a:r>
          </a:p>
          <a:p>
            <a:pPr algn="ctr"/>
            <a:r>
              <a:rPr lang="en-US" sz="6600" dirty="0">
                <a:solidFill>
                  <a:schemeClr val="tx1">
                    <a:lumMod val="65000"/>
                    <a:lumOff val="35000"/>
                    <a:alpha val="15000"/>
                  </a:schemeClr>
                </a:solidFill>
              </a:rPr>
              <a:t>Thesis work</a:t>
            </a:r>
          </a:p>
        </p:txBody>
      </p:sp>
    </p:spTree>
    <p:extLst>
      <p:ext uri="{BB962C8B-B14F-4D97-AF65-F5344CB8AC3E}">
        <p14:creationId xmlns:p14="http://schemas.microsoft.com/office/powerpoint/2010/main" val="337189451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8F3E3F3-BFB4-DB85-9008-BA09AE1C4F8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6235" y="-835"/>
            <a:ext cx="9814143" cy="686989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5794F15-52D0-15E4-4856-86B12806567F}"/>
              </a:ext>
            </a:extLst>
          </p:cNvPr>
          <p:cNvSpPr txBox="1"/>
          <p:nvPr/>
        </p:nvSpPr>
        <p:spPr>
          <a:xfrm rot="1508250">
            <a:off x="1085194" y="2101404"/>
            <a:ext cx="10585246" cy="212365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6600" dirty="0" err="1">
                <a:solidFill>
                  <a:schemeClr val="tx1">
                    <a:lumMod val="65000"/>
                    <a:lumOff val="35000"/>
                    <a:alpha val="15000"/>
                  </a:schemeClr>
                </a:solidFill>
              </a:rPr>
              <a:t>SuperNEMO</a:t>
            </a:r>
            <a:r>
              <a:rPr lang="en-US" sz="6600" dirty="0">
                <a:solidFill>
                  <a:schemeClr val="tx1">
                    <a:lumMod val="65000"/>
                    <a:lumOff val="35000"/>
                    <a:alpha val="15000"/>
                  </a:schemeClr>
                </a:solidFill>
              </a:rPr>
              <a:t> preliminary</a:t>
            </a:r>
          </a:p>
          <a:p>
            <a:pPr algn="ctr"/>
            <a:r>
              <a:rPr lang="en-US" sz="6600" dirty="0">
                <a:solidFill>
                  <a:schemeClr val="tx1">
                    <a:lumMod val="65000"/>
                    <a:lumOff val="35000"/>
                    <a:alpha val="15000"/>
                  </a:schemeClr>
                </a:solidFill>
              </a:rPr>
              <a:t>Thesis work</a:t>
            </a:r>
          </a:p>
        </p:txBody>
      </p:sp>
    </p:spTree>
    <p:extLst>
      <p:ext uri="{BB962C8B-B14F-4D97-AF65-F5344CB8AC3E}">
        <p14:creationId xmlns:p14="http://schemas.microsoft.com/office/powerpoint/2010/main" val="32287332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C2441D-F01E-82DA-1333-5394C32495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FE41263-B4A4-3152-E902-58AC69B197B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196236" y="-835"/>
            <a:ext cx="9814141" cy="686989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53B9C2F-FBEA-DA49-AC9D-C737F74152C2}"/>
              </a:ext>
            </a:extLst>
          </p:cNvPr>
          <p:cNvSpPr txBox="1"/>
          <p:nvPr/>
        </p:nvSpPr>
        <p:spPr>
          <a:xfrm rot="1508250">
            <a:off x="1085194" y="2101404"/>
            <a:ext cx="10585246" cy="212365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6600" dirty="0" err="1">
                <a:solidFill>
                  <a:schemeClr val="tx1">
                    <a:lumMod val="65000"/>
                    <a:lumOff val="35000"/>
                    <a:alpha val="15000"/>
                  </a:schemeClr>
                </a:solidFill>
              </a:rPr>
              <a:t>SuperNEMO</a:t>
            </a:r>
            <a:r>
              <a:rPr lang="en-US" sz="6600" dirty="0">
                <a:solidFill>
                  <a:schemeClr val="tx1">
                    <a:lumMod val="65000"/>
                    <a:lumOff val="35000"/>
                    <a:alpha val="15000"/>
                  </a:schemeClr>
                </a:solidFill>
              </a:rPr>
              <a:t> preliminary</a:t>
            </a:r>
          </a:p>
          <a:p>
            <a:pPr algn="ctr"/>
            <a:r>
              <a:rPr lang="en-US" sz="6600" dirty="0">
                <a:solidFill>
                  <a:schemeClr val="tx1">
                    <a:lumMod val="65000"/>
                    <a:lumOff val="35000"/>
                    <a:alpha val="15000"/>
                  </a:schemeClr>
                </a:solidFill>
              </a:rPr>
              <a:t>Thesis work</a:t>
            </a:r>
          </a:p>
        </p:txBody>
      </p:sp>
    </p:spTree>
    <p:extLst>
      <p:ext uri="{BB962C8B-B14F-4D97-AF65-F5344CB8AC3E}">
        <p14:creationId xmlns:p14="http://schemas.microsoft.com/office/powerpoint/2010/main" val="172062121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C5F829-B3C1-0296-5AF8-68BB4F880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11252458-AC4E-066C-3493-8151958EE88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196236" y="-835"/>
            <a:ext cx="9814141" cy="686989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94509659-F248-FD73-8756-2CE7A45C55C7}"/>
              </a:ext>
            </a:extLst>
          </p:cNvPr>
          <p:cNvSpPr txBox="1"/>
          <p:nvPr/>
        </p:nvSpPr>
        <p:spPr>
          <a:xfrm rot="1508250">
            <a:off x="1085194" y="2101404"/>
            <a:ext cx="10585246" cy="212365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6600" dirty="0" err="1">
                <a:solidFill>
                  <a:schemeClr val="tx1">
                    <a:lumMod val="65000"/>
                    <a:lumOff val="35000"/>
                    <a:alpha val="15000"/>
                  </a:schemeClr>
                </a:solidFill>
              </a:rPr>
              <a:t>SuperNEMO</a:t>
            </a:r>
            <a:r>
              <a:rPr lang="en-US" sz="6600" dirty="0">
                <a:solidFill>
                  <a:schemeClr val="tx1">
                    <a:lumMod val="65000"/>
                    <a:lumOff val="35000"/>
                    <a:alpha val="15000"/>
                  </a:schemeClr>
                </a:solidFill>
              </a:rPr>
              <a:t> preliminary</a:t>
            </a:r>
          </a:p>
          <a:p>
            <a:pPr algn="ctr"/>
            <a:r>
              <a:rPr lang="en-US" sz="6600" dirty="0">
                <a:solidFill>
                  <a:schemeClr val="tx1">
                    <a:lumMod val="65000"/>
                    <a:lumOff val="35000"/>
                    <a:alpha val="15000"/>
                  </a:schemeClr>
                </a:solidFill>
              </a:rPr>
              <a:t>Thesis work</a:t>
            </a:r>
          </a:p>
        </p:txBody>
      </p:sp>
    </p:spTree>
    <p:extLst>
      <p:ext uri="{BB962C8B-B14F-4D97-AF65-F5344CB8AC3E}">
        <p14:creationId xmlns:p14="http://schemas.microsoft.com/office/powerpoint/2010/main" val="171196413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4D1C4A-F47B-0274-DC5E-C7AD5A1070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D7CEEA71-F221-D3E5-92AF-338A2D6BE6DC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196236" y="-835"/>
            <a:ext cx="9814140" cy="686989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DE4275C-82B7-1016-132F-321350AE16C6}"/>
              </a:ext>
            </a:extLst>
          </p:cNvPr>
          <p:cNvSpPr txBox="1"/>
          <p:nvPr/>
        </p:nvSpPr>
        <p:spPr>
          <a:xfrm rot="1508250">
            <a:off x="1085194" y="2101404"/>
            <a:ext cx="10585246" cy="212365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6600" dirty="0" err="1">
                <a:solidFill>
                  <a:schemeClr val="tx1">
                    <a:lumMod val="65000"/>
                    <a:lumOff val="35000"/>
                    <a:alpha val="15000"/>
                  </a:schemeClr>
                </a:solidFill>
              </a:rPr>
              <a:t>SuperNEMO</a:t>
            </a:r>
            <a:r>
              <a:rPr lang="en-US" sz="6600" dirty="0">
                <a:solidFill>
                  <a:schemeClr val="tx1">
                    <a:lumMod val="65000"/>
                    <a:lumOff val="35000"/>
                    <a:alpha val="15000"/>
                  </a:schemeClr>
                </a:solidFill>
              </a:rPr>
              <a:t> preliminary</a:t>
            </a:r>
          </a:p>
          <a:p>
            <a:pPr algn="ctr"/>
            <a:r>
              <a:rPr lang="en-US" sz="6600" dirty="0">
                <a:solidFill>
                  <a:schemeClr val="tx1">
                    <a:lumMod val="65000"/>
                    <a:lumOff val="35000"/>
                    <a:alpha val="15000"/>
                  </a:schemeClr>
                </a:solidFill>
              </a:rPr>
              <a:t>Thesis work</a:t>
            </a:r>
          </a:p>
        </p:txBody>
      </p:sp>
    </p:spTree>
    <p:extLst>
      <p:ext uri="{BB962C8B-B14F-4D97-AF65-F5344CB8AC3E}">
        <p14:creationId xmlns:p14="http://schemas.microsoft.com/office/powerpoint/2010/main" val="36966044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E46565-BD9A-9547-54E3-0BB7693DD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F3959F2D-1708-6D51-3D5F-7139C18B814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196236" y="-835"/>
            <a:ext cx="9814140" cy="686989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02CE458-9FF7-49B9-F90C-90DB0059E61E}"/>
              </a:ext>
            </a:extLst>
          </p:cNvPr>
          <p:cNvSpPr txBox="1"/>
          <p:nvPr/>
        </p:nvSpPr>
        <p:spPr>
          <a:xfrm rot="1508250">
            <a:off x="1085194" y="2101404"/>
            <a:ext cx="10585246" cy="212365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6600" dirty="0" err="1">
                <a:solidFill>
                  <a:schemeClr val="tx1">
                    <a:lumMod val="65000"/>
                    <a:lumOff val="35000"/>
                    <a:alpha val="15000"/>
                  </a:schemeClr>
                </a:solidFill>
              </a:rPr>
              <a:t>SuperNEMO</a:t>
            </a:r>
            <a:r>
              <a:rPr lang="en-US" sz="6600" dirty="0">
                <a:solidFill>
                  <a:schemeClr val="tx1">
                    <a:lumMod val="65000"/>
                    <a:lumOff val="35000"/>
                    <a:alpha val="15000"/>
                  </a:schemeClr>
                </a:solidFill>
              </a:rPr>
              <a:t> preliminary</a:t>
            </a:r>
          </a:p>
          <a:p>
            <a:pPr algn="ctr"/>
            <a:r>
              <a:rPr lang="en-US" sz="6600" dirty="0">
                <a:solidFill>
                  <a:schemeClr val="tx1">
                    <a:lumMod val="65000"/>
                    <a:lumOff val="35000"/>
                    <a:alpha val="15000"/>
                  </a:schemeClr>
                </a:solidFill>
              </a:rPr>
              <a:t>Thesis work</a:t>
            </a:r>
          </a:p>
        </p:txBody>
      </p:sp>
    </p:spTree>
    <p:extLst>
      <p:ext uri="{BB962C8B-B14F-4D97-AF65-F5344CB8AC3E}">
        <p14:creationId xmlns:p14="http://schemas.microsoft.com/office/powerpoint/2010/main" val="30740991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7E97B0-D889-1D1E-5802-7B48BDCAF5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C4A5D62-0816-B0E3-F5F5-ACC061E19D58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196236" y="-835"/>
            <a:ext cx="9814140" cy="6869898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29807BE-4260-8835-6E11-70F084DCA731}"/>
              </a:ext>
            </a:extLst>
          </p:cNvPr>
          <p:cNvSpPr txBox="1"/>
          <p:nvPr/>
        </p:nvSpPr>
        <p:spPr>
          <a:xfrm rot="1508250">
            <a:off x="1085194" y="2101404"/>
            <a:ext cx="10585246" cy="2123658"/>
          </a:xfrm>
          <a:prstGeom prst="rect">
            <a:avLst/>
          </a:prstGeom>
          <a:noFill/>
          <a:ln>
            <a:noFill/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6600" dirty="0" err="1">
                <a:solidFill>
                  <a:schemeClr val="tx1">
                    <a:lumMod val="65000"/>
                    <a:lumOff val="35000"/>
                    <a:alpha val="15000"/>
                  </a:schemeClr>
                </a:solidFill>
              </a:rPr>
              <a:t>SuperNEMO</a:t>
            </a:r>
            <a:r>
              <a:rPr lang="en-US" sz="6600" dirty="0">
                <a:solidFill>
                  <a:schemeClr val="tx1">
                    <a:lumMod val="65000"/>
                    <a:lumOff val="35000"/>
                    <a:alpha val="15000"/>
                  </a:schemeClr>
                </a:solidFill>
              </a:rPr>
              <a:t> preliminary</a:t>
            </a:r>
          </a:p>
          <a:p>
            <a:pPr algn="ctr"/>
            <a:r>
              <a:rPr lang="en-US" sz="6600" dirty="0">
                <a:solidFill>
                  <a:schemeClr val="tx1">
                    <a:lumMod val="65000"/>
                    <a:lumOff val="35000"/>
                    <a:alpha val="15000"/>
                  </a:schemeClr>
                </a:solidFill>
              </a:rPr>
              <a:t>Thesis work</a:t>
            </a:r>
          </a:p>
        </p:txBody>
      </p:sp>
    </p:spTree>
    <p:extLst>
      <p:ext uri="{BB962C8B-B14F-4D97-AF65-F5344CB8AC3E}">
        <p14:creationId xmlns:p14="http://schemas.microsoft.com/office/powerpoint/2010/main" val="37262911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1483</TotalTime>
  <Words>28</Words>
  <Application>Microsoft Macintosh PowerPoint</Application>
  <PresentationFormat>Widescreen</PresentationFormat>
  <Paragraphs>14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Petro, Maroš</dc:creator>
  <cp:lastModifiedBy>Petro, Maroš</cp:lastModifiedBy>
  <cp:revision>2</cp:revision>
  <dcterms:created xsi:type="dcterms:W3CDTF">2026-03-19T12:48:34Z</dcterms:created>
  <dcterms:modified xsi:type="dcterms:W3CDTF">2026-03-20T13:32:32Z</dcterms:modified>
</cp:coreProperties>
</file>