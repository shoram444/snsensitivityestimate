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694"/>
  </p:normalViewPr>
  <p:slideViewPr>
    <p:cSldViewPr snapToGrid="0">
      <p:cViewPr varScale="1">
        <p:scale>
          <a:sx n="90" d="100"/>
          <a:sy n="90" d="100"/>
        </p:scale>
        <p:origin x="224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22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770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170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29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6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5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18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21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88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22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DC9A9-4BBD-A04C-9907-0432046CA604}" type="datetimeFigureOut">
              <a:rPr lang="en-US" smtClean="0"/>
              <a:t>3/10/26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50825B-A910-7C4A-8B49-8787F88ED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8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B585D5-FA19-834F-CE8A-A9DA62076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152" y="1048869"/>
            <a:ext cx="12456303" cy="59301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1AFB90-01FF-54AB-8734-ABA713061908}"/>
              </a:ext>
            </a:extLst>
          </p:cNvPr>
          <p:cNvSpPr txBox="1"/>
          <p:nvPr/>
        </p:nvSpPr>
        <p:spPr>
          <a:xfrm>
            <a:off x="2596803" y="215153"/>
            <a:ext cx="6998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Extra calorimeter hit coincident in time</a:t>
            </a:r>
          </a:p>
        </p:txBody>
      </p:sp>
    </p:spTree>
    <p:extLst>
      <p:ext uri="{BB962C8B-B14F-4D97-AF65-F5344CB8AC3E}">
        <p14:creationId xmlns:p14="http://schemas.microsoft.com/office/powerpoint/2010/main" val="412457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D1B6F-A49E-ED72-4BFC-B07E3B353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B5F7A9-DE78-B08A-3B47-CC836F8ED8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19860" y="799928"/>
            <a:ext cx="12423919" cy="7129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30A5E4-6439-A559-01FD-D859A942E2B4}"/>
              </a:ext>
            </a:extLst>
          </p:cNvPr>
          <p:cNvSpPr txBox="1"/>
          <p:nvPr/>
        </p:nvSpPr>
        <p:spPr>
          <a:xfrm>
            <a:off x="2666610" y="94129"/>
            <a:ext cx="6850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Multiple track associated to same OM</a:t>
            </a:r>
          </a:p>
        </p:txBody>
      </p:sp>
    </p:spTree>
    <p:extLst>
      <p:ext uri="{BB962C8B-B14F-4D97-AF65-F5344CB8AC3E}">
        <p14:creationId xmlns:p14="http://schemas.microsoft.com/office/powerpoint/2010/main" val="97652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BF20C-1F49-41BF-EAF5-D8A9426A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53BC47-ECFC-2622-1F46-9F30FAA891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41956" y="799928"/>
            <a:ext cx="8300286" cy="7129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A31913-B9DA-BFF4-D7A6-03EF3E80F689}"/>
              </a:ext>
            </a:extLst>
          </p:cNvPr>
          <p:cNvSpPr txBox="1"/>
          <p:nvPr/>
        </p:nvSpPr>
        <p:spPr>
          <a:xfrm>
            <a:off x="3442399" y="94130"/>
            <a:ext cx="52993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Extra track coincident in time</a:t>
            </a:r>
          </a:p>
        </p:txBody>
      </p:sp>
    </p:spTree>
    <p:extLst>
      <p:ext uri="{BB962C8B-B14F-4D97-AF65-F5344CB8AC3E}">
        <p14:creationId xmlns:p14="http://schemas.microsoft.com/office/powerpoint/2010/main" val="4168560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80DF7-5A95-4334-4917-089DD3558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E3710BB-6236-8C07-F88D-61408EC739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93242" y="998954"/>
            <a:ext cx="12524773" cy="4151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A60468-9C89-C8E2-2C85-E56F52551D0B}"/>
              </a:ext>
            </a:extLst>
          </p:cNvPr>
          <p:cNvSpPr txBox="1"/>
          <p:nvPr/>
        </p:nvSpPr>
        <p:spPr>
          <a:xfrm>
            <a:off x="2972206" y="107577"/>
            <a:ext cx="6858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Good candidate no extra hits or tracks</a:t>
            </a:r>
          </a:p>
        </p:txBody>
      </p:sp>
    </p:spTree>
    <p:extLst>
      <p:ext uri="{BB962C8B-B14F-4D97-AF65-F5344CB8AC3E}">
        <p14:creationId xmlns:p14="http://schemas.microsoft.com/office/powerpoint/2010/main" val="1472057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B7F72-5404-DF89-26E1-26C98C35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D39686-3966-0F41-615C-9743570EF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41956" y="919695"/>
            <a:ext cx="8300286" cy="6889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0403C2-5872-46A3-DF3C-D98A8979C222}"/>
              </a:ext>
            </a:extLst>
          </p:cNvPr>
          <p:cNvSpPr txBox="1"/>
          <p:nvPr/>
        </p:nvSpPr>
        <p:spPr>
          <a:xfrm>
            <a:off x="2972206" y="107577"/>
            <a:ext cx="62397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Good candidate, extra OM &lt; 50keV</a:t>
            </a:r>
          </a:p>
        </p:txBody>
      </p:sp>
    </p:spTree>
    <p:extLst>
      <p:ext uri="{BB962C8B-B14F-4D97-AF65-F5344CB8AC3E}">
        <p14:creationId xmlns:p14="http://schemas.microsoft.com/office/powerpoint/2010/main" val="1219128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86DB3-AE28-AEF8-463C-E5CE6E866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7637A0C-6BCD-A3FB-03EB-8D2D685992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96842" y="780235"/>
            <a:ext cx="5075696" cy="60777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E18F7B-C9A7-72BD-1DDA-772412DBE069}"/>
              </a:ext>
            </a:extLst>
          </p:cNvPr>
          <p:cNvSpPr txBox="1"/>
          <p:nvPr/>
        </p:nvSpPr>
        <p:spPr>
          <a:xfrm>
            <a:off x="1848462" y="0"/>
            <a:ext cx="89724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Good candidate, extra track not coincident in time</a:t>
            </a:r>
          </a:p>
        </p:txBody>
      </p:sp>
    </p:spTree>
    <p:extLst>
      <p:ext uri="{BB962C8B-B14F-4D97-AF65-F5344CB8AC3E}">
        <p14:creationId xmlns:p14="http://schemas.microsoft.com/office/powerpoint/2010/main" val="2055445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</TotalTime>
  <Words>40</Words>
  <Application>Microsoft Macintosh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Petro, Maroš</dc:creator>
  <cp:lastModifiedBy>Petro, Maroš</cp:lastModifiedBy>
  <cp:revision>1</cp:revision>
  <dcterms:created xsi:type="dcterms:W3CDTF">2026-03-10T12:22:30Z</dcterms:created>
  <dcterms:modified xsi:type="dcterms:W3CDTF">2026-03-10T13:41:37Z</dcterms:modified>
</cp:coreProperties>
</file>